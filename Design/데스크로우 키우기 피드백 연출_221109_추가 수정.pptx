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3" r:id="rId4"/>
    <p:sldId id="256" r:id="rId5"/>
    <p:sldId id="264" r:id="rId6"/>
    <p:sldId id="265" r:id="rId7"/>
    <p:sldId id="262" r:id="rId8"/>
    <p:sldId id="259" r:id="rId9"/>
    <p:sldId id="261" r:id="rId10"/>
    <p:sldId id="266" r:id="rId11"/>
    <p:sldId id="26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5358-8EC1-4FD9-87BC-4A599FB60217}" type="datetimeFigureOut">
              <a:rPr lang="ko-KR" altLang="en-US" smtClean="0"/>
              <a:t>2022-11-09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60D2-C946-4612-817B-A4990275C3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509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5358-8EC1-4FD9-87BC-4A599FB60217}" type="datetimeFigureOut">
              <a:rPr lang="ko-KR" altLang="en-US" smtClean="0"/>
              <a:t>2022-11-09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60D2-C946-4612-817B-A4990275C3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578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5358-8EC1-4FD9-87BC-4A599FB60217}" type="datetimeFigureOut">
              <a:rPr lang="ko-KR" altLang="en-US" smtClean="0"/>
              <a:t>2022-11-09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60D2-C946-4612-817B-A4990275C3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4354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5358-8EC1-4FD9-87BC-4A599FB60217}" type="datetimeFigureOut">
              <a:rPr lang="ko-KR" altLang="en-US" smtClean="0"/>
              <a:t>2022-11-09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60D2-C946-4612-817B-A4990275C3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770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5358-8EC1-4FD9-87BC-4A599FB60217}" type="datetimeFigureOut">
              <a:rPr lang="ko-KR" altLang="en-US" smtClean="0"/>
              <a:t>2022-11-09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60D2-C946-4612-817B-A4990275C3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857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5358-8EC1-4FD9-87BC-4A599FB60217}" type="datetimeFigureOut">
              <a:rPr lang="ko-KR" altLang="en-US" smtClean="0"/>
              <a:t>2022-11-09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60D2-C946-4612-817B-A4990275C3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452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5358-8EC1-4FD9-87BC-4A599FB60217}" type="datetimeFigureOut">
              <a:rPr lang="ko-KR" altLang="en-US" smtClean="0"/>
              <a:t>2022-11-09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60D2-C946-4612-817B-A4990275C3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161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5358-8EC1-4FD9-87BC-4A599FB60217}" type="datetimeFigureOut">
              <a:rPr lang="ko-KR" altLang="en-US" smtClean="0"/>
              <a:t>2022-11-09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60D2-C946-4612-817B-A4990275C3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166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5358-8EC1-4FD9-87BC-4A599FB60217}" type="datetimeFigureOut">
              <a:rPr lang="ko-KR" altLang="en-US" smtClean="0"/>
              <a:t>2022-11-09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60D2-C946-4612-817B-A4990275C3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625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5358-8EC1-4FD9-87BC-4A599FB60217}" type="datetimeFigureOut">
              <a:rPr lang="ko-KR" altLang="en-US" smtClean="0"/>
              <a:t>2022-11-09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60D2-C946-4612-817B-A4990275C3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737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5358-8EC1-4FD9-87BC-4A599FB60217}" type="datetimeFigureOut">
              <a:rPr lang="ko-KR" altLang="en-US" smtClean="0"/>
              <a:t>2022-11-09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C60D2-C946-4612-817B-A4990275C3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097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95358-8EC1-4FD9-87BC-4A599FB60217}" type="datetimeFigureOut">
              <a:rPr lang="ko-KR" altLang="en-US" smtClean="0"/>
              <a:t>2022-11-09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C60D2-C946-4612-817B-A4990275C3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81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542" y="0"/>
            <a:ext cx="3876915" cy="68580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509153" y="1968087"/>
            <a:ext cx="1291239" cy="5791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Download Shine Golden Light Effect Sunlight Element HQ PNG Image |  FreePNGIm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518" y="1683726"/>
            <a:ext cx="890319" cy="882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화살표 연결선 6"/>
          <p:cNvCxnSpPr>
            <a:stCxn id="5" idx="1"/>
          </p:cNvCxnSpPr>
          <p:nvPr/>
        </p:nvCxnSpPr>
        <p:spPr>
          <a:xfrm flipH="1">
            <a:off x="4791670" y="2257672"/>
            <a:ext cx="171748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0628" y="93307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캐릭터 성장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26572" y="690465"/>
            <a:ext cx="3044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버튼 클릭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회당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회 </a:t>
            </a:r>
            <a:r>
              <a:rPr lang="ko-KR" altLang="en-US" sz="1200" dirty="0" err="1" smtClean="0"/>
              <a:t>파티클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이펙트</a:t>
            </a:r>
            <a:endParaRPr lang="en-US" altLang="ko-KR" sz="1200" dirty="0" smtClean="0"/>
          </a:p>
          <a:p>
            <a:r>
              <a:rPr lang="en-US" altLang="ko-KR" sz="1200" dirty="0" err="1" smtClean="0"/>
              <a:t>X10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상태에서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회 클릭이어도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회만 연출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271158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412" y="0"/>
            <a:ext cx="3881176" cy="68580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212563" y="2845164"/>
            <a:ext cx="625151" cy="5791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 descr="Download Shine Golden Light Effect Sunlight Element HQ PNG Image |  FreePNGIm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840" y="2560803"/>
            <a:ext cx="890319" cy="882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화살표 연결선 6"/>
          <p:cNvCxnSpPr>
            <a:stCxn id="5" idx="1"/>
          </p:cNvCxnSpPr>
          <p:nvPr/>
        </p:nvCxnSpPr>
        <p:spPr>
          <a:xfrm flipH="1">
            <a:off x="4828993" y="3134749"/>
            <a:ext cx="238357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Free Red Double Arrow Up SVG, PNG Icon, Symbol. Download Image."/>
          <p:cNvPicPr>
            <a:picLocks noChangeAspect="1" noChangeArrowheads="1"/>
          </p:cNvPicPr>
          <p:nvPr/>
        </p:nvPicPr>
        <p:blipFill rotWithShape="1">
          <a:blip r:embed="rId4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98"/>
          <a:stretch/>
        </p:blipFill>
        <p:spPr bwMode="auto">
          <a:xfrm>
            <a:off x="5283835" y="1819470"/>
            <a:ext cx="241940" cy="214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직사각형 9"/>
          <p:cNvSpPr/>
          <p:nvPr/>
        </p:nvSpPr>
        <p:spPr>
          <a:xfrm>
            <a:off x="6587412" y="1529885"/>
            <a:ext cx="1166327" cy="5791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/>
          <p:cNvCxnSpPr>
            <a:stCxn id="10" idx="1"/>
            <a:endCxn id="2050" idx="3"/>
          </p:cNvCxnSpPr>
          <p:nvPr/>
        </p:nvCxnSpPr>
        <p:spPr>
          <a:xfrm flipH="1">
            <a:off x="5525775" y="1819470"/>
            <a:ext cx="1061637" cy="1073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0628" y="93307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캐릭터 </a:t>
            </a:r>
            <a:r>
              <a:rPr lang="ko-KR" altLang="en-US" dirty="0" err="1" smtClean="0"/>
              <a:t>레벨업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26572" y="690465"/>
            <a:ext cx="30444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버튼 클릭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회당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회 </a:t>
            </a:r>
            <a:r>
              <a:rPr lang="ko-KR" altLang="en-US" sz="1200" dirty="0" err="1" smtClean="0"/>
              <a:t>파티클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이펙트</a:t>
            </a:r>
            <a:endParaRPr lang="en-US" altLang="ko-KR" sz="1200" dirty="0" smtClean="0"/>
          </a:p>
          <a:p>
            <a:r>
              <a:rPr lang="en-US" altLang="ko-KR" sz="1200" dirty="0" err="1" smtClean="0"/>
              <a:t>X10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상태에서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회 클릭이어도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회만 연출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ko-KR" altLang="en-US" sz="1200" dirty="0" err="1" smtClean="0"/>
              <a:t>레벨업의</a:t>
            </a:r>
            <a:r>
              <a:rPr lang="ko-KR" altLang="en-US" sz="1200" dirty="0" smtClean="0"/>
              <a:t> 경우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회당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회 </a:t>
            </a:r>
            <a:r>
              <a:rPr lang="ko-KR" altLang="en-US" sz="1200" dirty="0" err="1" smtClean="0"/>
              <a:t>이펙트</a:t>
            </a:r>
            <a:r>
              <a:rPr lang="ko-KR" altLang="en-US" sz="1200" dirty="0" smtClean="0"/>
              <a:t> 연출</a:t>
            </a:r>
            <a:endParaRPr lang="en-US" altLang="ko-KR" sz="1200" dirty="0" smtClean="0"/>
          </a:p>
          <a:p>
            <a:r>
              <a:rPr lang="ko-KR" altLang="en-US" sz="1200" dirty="0" smtClean="0"/>
              <a:t>연출과 동시에 </a:t>
            </a:r>
            <a:r>
              <a:rPr lang="ko-KR" altLang="en-US" sz="1200" dirty="0" err="1" smtClean="0"/>
              <a:t>레벨업</a:t>
            </a:r>
            <a:r>
              <a:rPr lang="ko-KR" altLang="en-US" sz="1200" dirty="0" smtClean="0"/>
              <a:t> 포인트 숫자 증가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657607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896" y="0"/>
            <a:ext cx="3856207" cy="68580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858000" y="4645972"/>
            <a:ext cx="895739" cy="5791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 descr="Download Shine Golden Light Effect Sunlight Element HQ PNG Image |  FreePNGIm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477" y="1319831"/>
            <a:ext cx="1151576" cy="1141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화살표 연결선 6"/>
          <p:cNvCxnSpPr>
            <a:stCxn id="5" idx="0"/>
          </p:cNvCxnSpPr>
          <p:nvPr/>
        </p:nvCxnSpPr>
        <p:spPr>
          <a:xfrm flipH="1" flipV="1">
            <a:off x="5169160" y="2323323"/>
            <a:ext cx="2136710" cy="23226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30628" y="93307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장비 강화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26572" y="690465"/>
            <a:ext cx="3044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버튼 클릭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회당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회 </a:t>
            </a:r>
            <a:r>
              <a:rPr lang="ko-KR" altLang="en-US" sz="1200" dirty="0" err="1" smtClean="0"/>
              <a:t>파티클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이펙트</a:t>
            </a:r>
            <a:endParaRPr lang="en-US" altLang="ko-KR" sz="1200" dirty="0" smtClean="0"/>
          </a:p>
          <a:p>
            <a:r>
              <a:rPr lang="en-US" altLang="ko-KR" sz="1200" dirty="0" err="1" smtClean="0"/>
              <a:t>X10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상태에서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회 클릭이어도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회만 연출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943658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243" y="0"/>
            <a:ext cx="3859513" cy="685800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6779741" y="4366054"/>
            <a:ext cx="1062681" cy="9226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4166243" y="2339545"/>
            <a:ext cx="3859513" cy="1560651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501124" y="2339546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</a:rPr>
              <a:t>각성 완료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6" t="21996" r="69018" b="66304"/>
          <a:stretch/>
        </p:blipFill>
        <p:spPr>
          <a:xfrm>
            <a:off x="4991878" y="2823211"/>
            <a:ext cx="830425" cy="8024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22303" y="2791255"/>
            <a:ext cx="18277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 smtClean="0">
                <a:solidFill>
                  <a:schemeClr val="bg1"/>
                </a:solidFill>
              </a:rPr>
              <a:t>업화의</a:t>
            </a:r>
            <a:r>
              <a:rPr lang="ko-KR" altLang="en-US" sz="1200" dirty="0" smtClean="0">
                <a:solidFill>
                  <a:schemeClr val="bg1"/>
                </a:solidFill>
              </a:rPr>
              <a:t> 낫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ko-KR" altLang="en-US" sz="1200" dirty="0" smtClean="0">
                <a:solidFill>
                  <a:schemeClr val="bg1"/>
                </a:solidFill>
              </a:rPr>
              <a:t>각성 </a:t>
            </a:r>
            <a:r>
              <a:rPr lang="en-US" altLang="ko-KR" sz="1200" dirty="0" smtClean="0">
                <a:solidFill>
                  <a:schemeClr val="bg1"/>
                </a:solidFill>
              </a:rPr>
              <a:t>1 &gt; 2</a:t>
            </a:r>
          </a:p>
          <a:p>
            <a:r>
              <a:rPr lang="ko-KR" altLang="en-US" sz="1200" dirty="0" smtClean="0">
                <a:solidFill>
                  <a:schemeClr val="bg1"/>
                </a:solidFill>
              </a:rPr>
              <a:t>최대 강화 레벨 </a:t>
            </a:r>
            <a:r>
              <a:rPr lang="en-US" altLang="ko-KR" sz="1200" dirty="0" smtClean="0">
                <a:solidFill>
                  <a:schemeClr val="bg1"/>
                </a:solidFill>
              </a:rPr>
              <a:t>20 &gt; 40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+</a:t>
            </a:r>
            <a:r>
              <a:rPr lang="ko-KR" altLang="en-US" sz="1200" dirty="0" smtClean="0">
                <a:solidFill>
                  <a:schemeClr val="bg1"/>
                </a:solidFill>
              </a:rPr>
              <a:t>공격력 </a:t>
            </a:r>
            <a:r>
              <a:rPr lang="en-US" altLang="ko-KR" sz="1200" dirty="0" smtClean="0">
                <a:solidFill>
                  <a:schemeClr val="bg1"/>
                </a:solidFill>
              </a:rPr>
              <a:t>100% </a:t>
            </a:r>
            <a:r>
              <a:rPr lang="ko-KR" altLang="en-US" sz="1200" dirty="0" smtClean="0">
                <a:solidFill>
                  <a:schemeClr val="bg1"/>
                </a:solidFill>
              </a:rPr>
              <a:t>상승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0628" y="93307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장비</a:t>
            </a:r>
            <a:r>
              <a:rPr lang="en-US" altLang="ko-KR" dirty="0"/>
              <a:t> </a:t>
            </a:r>
            <a:r>
              <a:rPr lang="ko-KR" altLang="en-US" dirty="0" smtClean="0"/>
              <a:t>각성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285583" y="4599992"/>
            <a:ext cx="24737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각성 완료 </a:t>
            </a:r>
            <a:r>
              <a:rPr lang="en-US" altLang="ko-KR" dirty="0" smtClean="0"/>
              <a:t>: String 206</a:t>
            </a:r>
          </a:p>
          <a:p>
            <a:r>
              <a:rPr lang="ko-KR" altLang="en-US" dirty="0" smtClean="0"/>
              <a:t>각성 </a:t>
            </a:r>
            <a:r>
              <a:rPr lang="en-US" altLang="ko-KR" dirty="0" smtClean="0"/>
              <a:t>: String 205</a:t>
            </a:r>
          </a:p>
          <a:p>
            <a:r>
              <a:rPr lang="ko-KR" altLang="en-US" dirty="0" smtClean="0"/>
              <a:t>최대 강화 </a:t>
            </a:r>
            <a:r>
              <a:rPr lang="en-US" altLang="ko-KR" dirty="0" smtClean="0"/>
              <a:t>: String 204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79919" y="735888"/>
            <a:ext cx="37757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/>
              <a:t>업화의</a:t>
            </a:r>
            <a:r>
              <a:rPr lang="ko-KR" altLang="en-US" sz="1200" dirty="0" smtClean="0"/>
              <a:t> 낫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장비 이름</a:t>
            </a:r>
            <a:r>
              <a:rPr lang="en-US" altLang="ko-KR" sz="1200" dirty="0" smtClean="0"/>
              <a:t>)</a:t>
            </a:r>
          </a:p>
          <a:p>
            <a:r>
              <a:rPr lang="ko-KR" altLang="en-US" sz="1200" dirty="0" smtClean="0"/>
              <a:t>각성 </a:t>
            </a:r>
            <a:r>
              <a:rPr lang="en-US" altLang="ko-KR" sz="1200" dirty="0" smtClean="0"/>
              <a:t>1 &gt; 2 </a:t>
            </a:r>
          </a:p>
          <a:p>
            <a:r>
              <a:rPr lang="en-US" altLang="ko-KR" sz="1200" dirty="0" smtClean="0"/>
              <a:t>(</a:t>
            </a:r>
            <a:r>
              <a:rPr lang="ko-KR" altLang="en-US" sz="1200" dirty="0" smtClean="0"/>
              <a:t>이전 각성 레벨 </a:t>
            </a:r>
            <a:r>
              <a:rPr lang="en-US" altLang="ko-KR" sz="1200" dirty="0" smtClean="0"/>
              <a:t>&gt; </a:t>
            </a:r>
            <a:r>
              <a:rPr lang="ko-KR" altLang="en-US" sz="1200" dirty="0" smtClean="0"/>
              <a:t>현재 각성 레벨</a:t>
            </a:r>
            <a:r>
              <a:rPr lang="en-US" altLang="ko-KR" sz="1200" dirty="0" smtClean="0"/>
              <a:t>)</a:t>
            </a:r>
          </a:p>
          <a:p>
            <a:r>
              <a:rPr lang="ko-KR" altLang="en-US" sz="1200" dirty="0" smtClean="0"/>
              <a:t>최대 강화 레벨 </a:t>
            </a:r>
            <a:r>
              <a:rPr lang="en-US" altLang="ko-KR" sz="1200" dirty="0" smtClean="0"/>
              <a:t>20 &gt; 40 </a:t>
            </a:r>
          </a:p>
          <a:p>
            <a:r>
              <a:rPr lang="en-US" altLang="ko-KR" sz="1200" dirty="0" smtClean="0"/>
              <a:t>(</a:t>
            </a:r>
            <a:r>
              <a:rPr lang="ko-KR" altLang="en-US" sz="1200" dirty="0" smtClean="0"/>
              <a:t>이전 최대 레벨 </a:t>
            </a:r>
            <a:r>
              <a:rPr lang="en-US" altLang="ko-KR" sz="1200" dirty="0" smtClean="0"/>
              <a:t>&gt; </a:t>
            </a:r>
            <a:r>
              <a:rPr lang="ko-KR" altLang="en-US" sz="1200" dirty="0" smtClean="0"/>
              <a:t>현재 최대 레벨</a:t>
            </a:r>
            <a:r>
              <a:rPr lang="en-US" altLang="ko-KR" sz="1200" dirty="0" smtClean="0"/>
              <a:t>)</a:t>
            </a:r>
          </a:p>
          <a:p>
            <a:r>
              <a:rPr lang="en-US" altLang="ko-KR" sz="1200" dirty="0" smtClean="0"/>
              <a:t>+ </a:t>
            </a:r>
            <a:r>
              <a:rPr lang="ko-KR" altLang="en-US" sz="1200" dirty="0" smtClean="0"/>
              <a:t>공격력 </a:t>
            </a:r>
            <a:r>
              <a:rPr lang="en-US" altLang="ko-KR" sz="1200" dirty="0" smtClean="0"/>
              <a:t>100% </a:t>
            </a:r>
            <a:r>
              <a:rPr lang="ko-KR" altLang="en-US" sz="1200" dirty="0" smtClean="0"/>
              <a:t>상승</a:t>
            </a:r>
            <a:endParaRPr lang="en-US" altLang="ko-KR" sz="1200" dirty="0" smtClean="0"/>
          </a:p>
          <a:p>
            <a:r>
              <a:rPr lang="en-US" altLang="ko-KR" sz="1200" dirty="0" smtClean="0"/>
              <a:t>(</a:t>
            </a:r>
            <a:r>
              <a:rPr lang="ko-KR" altLang="en-US" sz="1200" dirty="0" smtClean="0"/>
              <a:t>현재 각성으로 획득한 각성 옵션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927228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334" y="0"/>
            <a:ext cx="3866103" cy="68580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923314" y="4384715"/>
            <a:ext cx="895739" cy="4205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 descr="Download Shine Golden Light Effect Sunlight Element HQ PNG Image |  FreePNGIm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477" y="1319831"/>
            <a:ext cx="1151576" cy="1141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화살표 연결선 6"/>
          <p:cNvCxnSpPr>
            <a:stCxn id="5" idx="0"/>
          </p:cNvCxnSpPr>
          <p:nvPr/>
        </p:nvCxnSpPr>
        <p:spPr>
          <a:xfrm flipH="1" flipV="1">
            <a:off x="5234474" y="2062067"/>
            <a:ext cx="2136710" cy="23226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30628" y="93307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스킬 강화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26572" y="690465"/>
            <a:ext cx="3044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버튼 클릭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회당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회 </a:t>
            </a:r>
            <a:r>
              <a:rPr lang="ko-KR" altLang="en-US" sz="1200" dirty="0" err="1" smtClean="0"/>
              <a:t>파티클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이펙트</a:t>
            </a:r>
            <a:endParaRPr lang="en-US" altLang="ko-KR" sz="1200" dirty="0" smtClean="0"/>
          </a:p>
          <a:p>
            <a:r>
              <a:rPr lang="en-US" altLang="ko-KR" sz="1200" dirty="0" err="1" smtClean="0"/>
              <a:t>X10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상태에서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회 클릭이어도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회만 연출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321351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679" y="0"/>
            <a:ext cx="3889725" cy="68580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923314" y="4384715"/>
            <a:ext cx="895739" cy="4205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30628" y="93307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스킬 각성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4166243" y="2339545"/>
            <a:ext cx="3908161" cy="1560651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5501124" y="2339546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</a:rPr>
              <a:t>각성 완료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22303" y="2791255"/>
            <a:ext cx="18277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 smtClean="0">
                <a:solidFill>
                  <a:schemeClr val="bg1"/>
                </a:solidFill>
              </a:rPr>
              <a:t>블링크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ko-KR" altLang="en-US" sz="1200" dirty="0" smtClean="0">
                <a:solidFill>
                  <a:schemeClr val="bg1"/>
                </a:solidFill>
              </a:rPr>
              <a:t>각성 </a:t>
            </a:r>
            <a:r>
              <a:rPr lang="en-US" altLang="ko-KR" sz="1200" dirty="0" smtClean="0">
                <a:solidFill>
                  <a:schemeClr val="bg1"/>
                </a:solidFill>
              </a:rPr>
              <a:t>1 &gt; 2</a:t>
            </a:r>
          </a:p>
          <a:p>
            <a:r>
              <a:rPr lang="ko-KR" altLang="en-US" sz="1200" dirty="0" smtClean="0">
                <a:solidFill>
                  <a:schemeClr val="bg1"/>
                </a:solidFill>
              </a:rPr>
              <a:t>최대 강화 레벨 </a:t>
            </a:r>
            <a:r>
              <a:rPr lang="en-US" altLang="ko-KR" sz="1200" dirty="0" smtClean="0">
                <a:solidFill>
                  <a:schemeClr val="bg1"/>
                </a:solidFill>
              </a:rPr>
              <a:t>20 &gt; 40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+</a:t>
            </a:r>
            <a:r>
              <a:rPr lang="ko-KR" altLang="en-US" sz="1200" dirty="0" smtClean="0">
                <a:solidFill>
                  <a:schemeClr val="bg1"/>
                </a:solidFill>
              </a:rPr>
              <a:t>공격력 </a:t>
            </a:r>
            <a:r>
              <a:rPr lang="en-US" altLang="ko-KR" sz="1200" dirty="0" smtClean="0">
                <a:solidFill>
                  <a:schemeClr val="bg1"/>
                </a:solidFill>
              </a:rPr>
              <a:t>100% </a:t>
            </a:r>
            <a:r>
              <a:rPr lang="ko-KR" altLang="en-US" sz="1200" dirty="0" smtClean="0">
                <a:solidFill>
                  <a:schemeClr val="bg1"/>
                </a:solidFill>
              </a:rPr>
              <a:t>상승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2"/>
          <a:srcRect l="9638" t="21859" r="68533" b="66032"/>
          <a:stretch/>
        </p:blipFill>
        <p:spPr>
          <a:xfrm>
            <a:off x="4838281" y="2851904"/>
            <a:ext cx="831307" cy="81303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79919" y="735888"/>
            <a:ext cx="37757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/>
              <a:t>블링크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스킬 이름</a:t>
            </a:r>
            <a:r>
              <a:rPr lang="en-US" altLang="ko-KR" sz="1200" dirty="0" smtClean="0"/>
              <a:t>)</a:t>
            </a:r>
          </a:p>
          <a:p>
            <a:r>
              <a:rPr lang="ko-KR" altLang="en-US" sz="1200" dirty="0" smtClean="0"/>
              <a:t>각성 </a:t>
            </a:r>
            <a:r>
              <a:rPr lang="en-US" altLang="ko-KR" sz="1200" dirty="0" smtClean="0"/>
              <a:t>1 &gt; 2 </a:t>
            </a:r>
          </a:p>
          <a:p>
            <a:r>
              <a:rPr lang="en-US" altLang="ko-KR" sz="1200" dirty="0" smtClean="0"/>
              <a:t>(</a:t>
            </a:r>
            <a:r>
              <a:rPr lang="ko-KR" altLang="en-US" sz="1200" dirty="0" smtClean="0"/>
              <a:t>이전 각성 레벨 </a:t>
            </a:r>
            <a:r>
              <a:rPr lang="en-US" altLang="ko-KR" sz="1200" dirty="0" smtClean="0"/>
              <a:t>&gt; </a:t>
            </a:r>
            <a:r>
              <a:rPr lang="ko-KR" altLang="en-US" sz="1200" dirty="0" smtClean="0"/>
              <a:t>현재 각성 레벨</a:t>
            </a:r>
            <a:r>
              <a:rPr lang="en-US" altLang="ko-KR" sz="1200" dirty="0" smtClean="0"/>
              <a:t>)</a:t>
            </a:r>
          </a:p>
          <a:p>
            <a:r>
              <a:rPr lang="ko-KR" altLang="en-US" sz="1200" dirty="0" smtClean="0"/>
              <a:t>최대 강화 레벨 </a:t>
            </a:r>
            <a:r>
              <a:rPr lang="en-US" altLang="ko-KR" sz="1200" dirty="0" smtClean="0"/>
              <a:t>20 &gt; 40 </a:t>
            </a:r>
          </a:p>
          <a:p>
            <a:r>
              <a:rPr lang="en-US" altLang="ko-KR" sz="1200" dirty="0" smtClean="0"/>
              <a:t>(</a:t>
            </a:r>
            <a:r>
              <a:rPr lang="ko-KR" altLang="en-US" sz="1200" dirty="0" smtClean="0"/>
              <a:t>이전 최대 레벨 </a:t>
            </a:r>
            <a:r>
              <a:rPr lang="en-US" altLang="ko-KR" sz="1200" dirty="0" smtClean="0"/>
              <a:t>&gt; </a:t>
            </a:r>
            <a:r>
              <a:rPr lang="ko-KR" altLang="en-US" sz="1200" dirty="0" smtClean="0"/>
              <a:t>현재 최대 레벨</a:t>
            </a:r>
            <a:r>
              <a:rPr lang="en-US" altLang="ko-KR" sz="1200" dirty="0" smtClean="0"/>
              <a:t>)</a:t>
            </a:r>
          </a:p>
          <a:p>
            <a:r>
              <a:rPr lang="en-US" altLang="ko-KR" sz="1200" dirty="0" smtClean="0"/>
              <a:t>+ </a:t>
            </a:r>
            <a:r>
              <a:rPr lang="ko-KR" altLang="en-US" sz="1200" dirty="0" smtClean="0"/>
              <a:t>공격력 </a:t>
            </a:r>
            <a:r>
              <a:rPr lang="en-US" altLang="ko-KR" sz="1200" dirty="0" smtClean="0"/>
              <a:t>100% </a:t>
            </a:r>
            <a:r>
              <a:rPr lang="ko-KR" altLang="en-US" sz="1200" dirty="0" smtClean="0"/>
              <a:t>상승</a:t>
            </a:r>
            <a:endParaRPr lang="en-US" altLang="ko-KR" sz="1200" dirty="0" smtClean="0"/>
          </a:p>
          <a:p>
            <a:r>
              <a:rPr lang="en-US" altLang="ko-KR" sz="1200" dirty="0" smtClean="0"/>
              <a:t>(</a:t>
            </a:r>
            <a:r>
              <a:rPr lang="ko-KR" altLang="en-US" sz="1200" dirty="0" smtClean="0"/>
              <a:t>현재 각성으로 획득한 각성 옵션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50168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334" y="0"/>
            <a:ext cx="3866103" cy="68580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240665" y="0"/>
            <a:ext cx="3866103" cy="6858000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rcRect l="22729" t="79547" b="10385"/>
          <a:stretch/>
        </p:blipFill>
        <p:spPr>
          <a:xfrm>
            <a:off x="5110064" y="5411755"/>
            <a:ext cx="2987373" cy="690466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5402423" y="1959428"/>
            <a:ext cx="821094" cy="391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>
            <a:stCxn id="8" idx="2"/>
            <a:endCxn id="7" idx="0"/>
          </p:cNvCxnSpPr>
          <p:nvPr/>
        </p:nvCxnSpPr>
        <p:spPr>
          <a:xfrm>
            <a:off x="5812970" y="2351314"/>
            <a:ext cx="790781" cy="30604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0628" y="93307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스킬 장착 인지 강화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26572" y="690465"/>
            <a:ext cx="37433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 smtClean="0"/>
              <a:t>스킬에서</a:t>
            </a:r>
            <a:r>
              <a:rPr lang="ko-KR" altLang="en-US" sz="1200" dirty="0" smtClean="0"/>
              <a:t> 장착을 누르면 장착 스킬 쪽에 하이라이트</a:t>
            </a:r>
            <a:endParaRPr lang="en-US" altLang="ko-KR" sz="1200" dirty="0" smtClean="0"/>
          </a:p>
          <a:p>
            <a:r>
              <a:rPr lang="ko-KR" altLang="en-US" sz="1200" dirty="0" smtClean="0"/>
              <a:t>최초 장착 시에는 하지 않고 이미 장착 </a:t>
            </a:r>
            <a:r>
              <a:rPr lang="ko-KR" altLang="en-US" sz="1200" dirty="0" err="1" smtClean="0"/>
              <a:t>스킬이</a:t>
            </a:r>
            <a:r>
              <a:rPr lang="ko-KR" altLang="en-US" sz="1200" dirty="0" smtClean="0"/>
              <a:t> 가득</a:t>
            </a:r>
            <a:endParaRPr lang="en-US" altLang="ko-KR" sz="1200" dirty="0" smtClean="0"/>
          </a:p>
          <a:p>
            <a:r>
              <a:rPr lang="ko-KR" altLang="en-US" sz="1200" dirty="0" smtClean="0"/>
              <a:t>차 있어 위치 교체가 들어가는 경우에만 연출</a:t>
            </a:r>
            <a:endParaRPr lang="en-US" altLang="ko-KR" sz="1200" dirty="0" smtClean="0"/>
          </a:p>
        </p:txBody>
      </p:sp>
      <p:cxnSp>
        <p:nvCxnSpPr>
          <p:cNvPr id="15" name="직선 화살표 연결선 14"/>
          <p:cNvCxnSpPr/>
          <p:nvPr/>
        </p:nvCxnSpPr>
        <p:spPr>
          <a:xfrm flipV="1">
            <a:off x="7679094" y="5206482"/>
            <a:ext cx="886408" cy="541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02740" y="5046182"/>
            <a:ext cx="240803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이 체크 마크에 강조를 위한 가벼운</a:t>
            </a:r>
            <a:endParaRPr lang="en-US" altLang="ko-KR" sz="1100" dirty="0" smtClean="0"/>
          </a:p>
          <a:p>
            <a:r>
              <a:rPr lang="ko-KR" altLang="en-US" sz="1100" dirty="0" smtClean="0"/>
              <a:t>애니메이션 </a:t>
            </a:r>
            <a:r>
              <a:rPr lang="en-US" altLang="ko-KR" sz="1100" dirty="0" smtClean="0"/>
              <a:t>(</a:t>
            </a:r>
            <a:r>
              <a:rPr lang="ko-KR" altLang="en-US" sz="1100" dirty="0" smtClean="0"/>
              <a:t>스케일 </a:t>
            </a:r>
            <a:r>
              <a:rPr lang="ko-KR" altLang="en-US" sz="1100" dirty="0" err="1" smtClean="0"/>
              <a:t>조정등</a:t>
            </a:r>
            <a:r>
              <a:rPr lang="en-US" altLang="ko-KR" sz="1100" dirty="0" smtClean="0"/>
              <a:t>)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568952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768" y="0"/>
            <a:ext cx="3860464" cy="68580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166243" y="2339546"/>
            <a:ext cx="3859513" cy="1400432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772832" y="2339546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 smtClean="0">
                <a:solidFill>
                  <a:schemeClr val="bg1"/>
                </a:solidFill>
              </a:rPr>
              <a:t>보상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0287" y="2784051"/>
            <a:ext cx="511422" cy="5114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9933" y="3251954"/>
            <a:ext cx="7521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chemeClr val="bg1"/>
                </a:solidFill>
              </a:rPr>
              <a:t>10,000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718041" y="699460"/>
            <a:ext cx="1166327" cy="5791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30628" y="93307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퀘스트</a:t>
            </a:r>
            <a:r>
              <a:rPr lang="ko-KR" altLang="en-US" dirty="0" smtClean="0"/>
              <a:t> 보상 수령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285583" y="4599992"/>
            <a:ext cx="1803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보상 </a:t>
            </a:r>
            <a:r>
              <a:rPr lang="en-US" altLang="ko-KR" dirty="0" smtClean="0"/>
              <a:t>: String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572" y="690465"/>
            <a:ext cx="39533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모든 </a:t>
            </a:r>
            <a:r>
              <a:rPr lang="ko-KR" altLang="en-US" sz="1200" dirty="0" err="1" smtClean="0"/>
              <a:t>퀘스트</a:t>
            </a:r>
            <a:r>
              <a:rPr lang="ko-KR" altLang="en-US" sz="1200" dirty="0" smtClean="0"/>
              <a:t> 보상 수령 시 팝업</a:t>
            </a:r>
            <a:endParaRPr lang="en-US" altLang="ko-KR" sz="1200" dirty="0" smtClean="0"/>
          </a:p>
          <a:p>
            <a:r>
              <a:rPr lang="ko-KR" altLang="en-US" sz="1200" dirty="0" smtClean="0"/>
              <a:t>누적된 보상을 한번에 받을 시 총액을 표기 필요</a:t>
            </a:r>
            <a:endParaRPr lang="en-US" altLang="ko-KR" sz="1200" dirty="0" smtClean="0"/>
          </a:p>
          <a:p>
            <a:r>
              <a:rPr lang="en-US" altLang="ko-KR" sz="1200" dirty="0" smtClean="0"/>
              <a:t>(</a:t>
            </a:r>
            <a:r>
              <a:rPr lang="ko-KR" altLang="en-US" sz="1200" dirty="0" smtClean="0"/>
              <a:t>예시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무기 소환 횟수 </a:t>
            </a:r>
            <a:r>
              <a:rPr lang="en-US" altLang="ko-KR" sz="1200" dirty="0" smtClean="0"/>
              <a:t>10</a:t>
            </a:r>
            <a:r>
              <a:rPr lang="ko-KR" altLang="en-US" sz="1200" dirty="0" smtClean="0"/>
              <a:t>당 </a:t>
            </a:r>
            <a:r>
              <a:rPr lang="en-US" altLang="ko-KR" sz="1200" dirty="0" smtClean="0"/>
              <a:t>100</a:t>
            </a:r>
            <a:r>
              <a:rPr lang="ko-KR" altLang="en-US" sz="1200" dirty="0" smtClean="0"/>
              <a:t>의 보상인 경우 </a:t>
            </a:r>
            <a:r>
              <a:rPr lang="en-US" altLang="ko-KR" sz="1200" dirty="0" smtClean="0"/>
              <a:t>30</a:t>
            </a:r>
            <a:r>
              <a:rPr lang="ko-KR" altLang="en-US" sz="1200" dirty="0" smtClean="0"/>
              <a:t>회 </a:t>
            </a:r>
            <a:endParaRPr lang="en-US" altLang="ko-KR" sz="1200" dirty="0" smtClean="0"/>
          </a:p>
          <a:p>
            <a:r>
              <a:rPr lang="ko-KR" altLang="en-US" sz="1200" dirty="0" smtClean="0"/>
              <a:t>무기 소환을 하여 보상 받기를 선택하면 </a:t>
            </a:r>
            <a:r>
              <a:rPr lang="en-US" altLang="ko-KR" sz="1200" dirty="0" smtClean="0"/>
              <a:t>300 </a:t>
            </a:r>
            <a:r>
              <a:rPr lang="ko-KR" altLang="en-US" sz="1200" dirty="0" smtClean="0"/>
              <a:t>보상으로 </a:t>
            </a:r>
            <a:endParaRPr lang="en-US" altLang="ko-KR" sz="1200" dirty="0" smtClean="0"/>
          </a:p>
          <a:p>
            <a:r>
              <a:rPr lang="ko-KR" altLang="en-US" sz="1200" dirty="0" smtClean="0"/>
              <a:t>토스트에서 최종 표기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63937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171" y="0"/>
            <a:ext cx="384108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0628" y="93307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상점 보상 수령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4394718" y="1436577"/>
            <a:ext cx="1097075" cy="15305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166243" y="2339546"/>
            <a:ext cx="3859513" cy="1400432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501124" y="2339546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 smtClean="0">
                <a:solidFill>
                  <a:schemeClr val="bg1"/>
                </a:solidFill>
              </a:rPr>
              <a:t>구매 완료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0287" y="2784051"/>
            <a:ext cx="511422" cy="5114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9933" y="3251954"/>
            <a:ext cx="7521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chemeClr val="bg1"/>
                </a:solidFill>
              </a:rPr>
              <a:t>10,000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85583" y="4599992"/>
            <a:ext cx="2600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구매 완료 </a:t>
            </a:r>
            <a:r>
              <a:rPr lang="en-US" altLang="ko-KR" dirty="0" smtClean="0"/>
              <a:t>: String 1850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572" y="690465"/>
            <a:ext cx="33746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모든 상품 구매 시 </a:t>
            </a:r>
            <a:endParaRPr lang="en-US" altLang="ko-KR" sz="1200" dirty="0" smtClean="0"/>
          </a:p>
          <a:p>
            <a:r>
              <a:rPr lang="ko-KR" altLang="en-US" sz="1200" dirty="0" smtClean="0"/>
              <a:t>해당 상품 이미지와 구매 완료 </a:t>
            </a:r>
            <a:r>
              <a:rPr lang="ko-KR" altLang="en-US" sz="1200" dirty="0" err="1" smtClean="0"/>
              <a:t>스트링</a:t>
            </a:r>
            <a:endParaRPr lang="en-US" altLang="ko-KR" sz="1200" dirty="0" smtClean="0"/>
          </a:p>
          <a:p>
            <a:r>
              <a:rPr lang="en-US" altLang="ko-KR" sz="1200" dirty="0" smtClean="0"/>
              <a:t>(</a:t>
            </a:r>
            <a:r>
              <a:rPr lang="ko-KR" altLang="en-US" sz="1200" dirty="0" smtClean="0"/>
              <a:t>패키지의 경우 여러 상품을 한번에 노출 필요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0246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242" y="-1"/>
            <a:ext cx="3859513" cy="68621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0628" y="93307"/>
            <a:ext cx="2969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장비 </a:t>
            </a:r>
            <a:r>
              <a:rPr lang="ko-KR" altLang="en-US" dirty="0" err="1" smtClean="0"/>
              <a:t>일괄합성</a:t>
            </a:r>
            <a:r>
              <a:rPr lang="ko-KR" altLang="en-US" dirty="0" smtClean="0"/>
              <a:t> 이후 토스트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6495023" y="4904707"/>
            <a:ext cx="1355636" cy="6805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166243" y="2339546"/>
            <a:ext cx="3859513" cy="1400432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662753" y="2855096"/>
            <a:ext cx="2866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 err="1">
                <a:solidFill>
                  <a:schemeClr val="bg1"/>
                </a:solidFill>
              </a:rPr>
              <a:t>일괄합성에</a:t>
            </a:r>
            <a:r>
              <a:rPr lang="ko-KR" altLang="en-US" b="1" dirty="0">
                <a:solidFill>
                  <a:schemeClr val="bg1"/>
                </a:solidFill>
              </a:rPr>
              <a:t> 성공했습니다</a:t>
            </a:r>
            <a:r>
              <a:rPr lang="en-US" altLang="ko-KR" b="1" dirty="0">
                <a:solidFill>
                  <a:schemeClr val="bg1"/>
                </a:solidFill>
              </a:rPr>
              <a:t>.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85583" y="4599992"/>
            <a:ext cx="28568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일괄합성에</a:t>
            </a:r>
            <a:r>
              <a:rPr lang="ko-KR" altLang="en-US" dirty="0"/>
              <a:t> 성공했습니다</a:t>
            </a:r>
            <a:r>
              <a:rPr lang="en-US" altLang="ko-KR" dirty="0"/>
              <a:t>.</a:t>
            </a:r>
          </a:p>
          <a:p>
            <a:r>
              <a:rPr lang="ko-KR" altLang="en-US" dirty="0" smtClean="0"/>
              <a:t> </a:t>
            </a:r>
            <a:r>
              <a:rPr lang="en-US" altLang="ko-KR" dirty="0" smtClean="0"/>
              <a:t>: String 147</a:t>
            </a:r>
            <a:endParaRPr lang="en-US" altLang="ko-KR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326572" y="690465"/>
            <a:ext cx="31822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장비 </a:t>
            </a:r>
            <a:r>
              <a:rPr lang="ko-KR" altLang="en-US" sz="1200" dirty="0" err="1" smtClean="0"/>
              <a:t>일괄합성이</a:t>
            </a:r>
            <a:r>
              <a:rPr lang="ko-KR" altLang="en-US" sz="1200" dirty="0" smtClean="0"/>
              <a:t> 완료 된 후 합성 완료 안내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754537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242" y="-1"/>
            <a:ext cx="3884177" cy="685800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4166242" y="0"/>
            <a:ext cx="3866103" cy="6858000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9" t="33033" r="1739" b="25886"/>
          <a:stretch/>
        </p:blipFill>
        <p:spPr>
          <a:xfrm>
            <a:off x="4237542" y="1680518"/>
            <a:ext cx="3723502" cy="2817341"/>
          </a:xfrm>
          <a:prstGeom prst="roundRect">
            <a:avLst>
              <a:gd name="adj" fmla="val 9357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130628" y="93307"/>
            <a:ext cx="2738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장비 </a:t>
            </a:r>
            <a:r>
              <a:rPr lang="ko-KR" altLang="en-US" dirty="0" err="1" smtClean="0"/>
              <a:t>개별합성</a:t>
            </a:r>
            <a:r>
              <a:rPr lang="ko-KR" altLang="en-US" dirty="0" smtClean="0"/>
              <a:t> 추가 팝업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26572" y="690465"/>
            <a:ext cx="31277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장비 합성에 대한 개념을 최소한 안내하고 </a:t>
            </a:r>
            <a:endParaRPr lang="en-US" altLang="ko-KR" sz="1200" dirty="0" smtClean="0"/>
          </a:p>
          <a:p>
            <a:r>
              <a:rPr lang="ko-KR" altLang="en-US" sz="1200" dirty="0" smtClean="0"/>
              <a:t>이용자의 실수를 방지하기</a:t>
            </a:r>
            <a:r>
              <a:rPr lang="ko-KR" altLang="en-US" sz="1200" dirty="0" smtClean="0"/>
              <a:t> 위해</a:t>
            </a:r>
            <a:endParaRPr lang="en-US" altLang="ko-KR" sz="1200" dirty="0" smtClean="0"/>
          </a:p>
          <a:p>
            <a:r>
              <a:rPr lang="ko-KR" altLang="en-US" sz="1200" dirty="0" smtClean="0"/>
              <a:t>추가 팝업으로 장비 합성 안내</a:t>
            </a:r>
            <a:endParaRPr lang="ko-KR" altLang="en-US" sz="1200" dirty="0"/>
          </a:p>
        </p:txBody>
      </p:sp>
      <p:sp>
        <p:nvSpPr>
          <p:cNvPr id="10" name="직사각형 9"/>
          <p:cNvSpPr/>
          <p:nvPr/>
        </p:nvSpPr>
        <p:spPr>
          <a:xfrm>
            <a:off x="4357816" y="4736757"/>
            <a:ext cx="996778" cy="4613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/>
          <p:cNvCxnSpPr>
            <a:stCxn id="10" idx="3"/>
          </p:cNvCxnSpPr>
          <p:nvPr/>
        </p:nvCxnSpPr>
        <p:spPr>
          <a:xfrm flipV="1">
            <a:off x="5354594" y="4497859"/>
            <a:ext cx="667265" cy="4695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 descr="Download Shine Golden Light Effect Sunlight Element HQ PNG Image |  FreePNGIm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2717" y="1542253"/>
            <a:ext cx="1151576" cy="1141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직사각형 14"/>
          <p:cNvSpPr/>
          <p:nvPr/>
        </p:nvSpPr>
        <p:spPr>
          <a:xfrm>
            <a:off x="4910549" y="3921211"/>
            <a:ext cx="2363461" cy="5766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/>
          <p:cNvCxnSpPr>
            <a:endCxn id="14" idx="2"/>
          </p:cNvCxnSpPr>
          <p:nvPr/>
        </p:nvCxnSpPr>
        <p:spPr>
          <a:xfrm flipV="1">
            <a:off x="6108330" y="2683317"/>
            <a:ext cx="710175" cy="12378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26571" y="1963211"/>
            <a:ext cx="38507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장착 창에서 합성을 누르면 해당 팝업 출력</a:t>
            </a:r>
            <a:endParaRPr lang="en-US" altLang="ko-KR" sz="1200" dirty="0" smtClean="0"/>
          </a:p>
          <a:p>
            <a:pPr marL="171450" indent="-171450">
              <a:buFontTx/>
              <a:buChar char="-"/>
            </a:pPr>
            <a:r>
              <a:rPr lang="ko-KR" altLang="en-US" sz="1200" dirty="0" smtClean="0"/>
              <a:t>합성 가능한 숫자를 표기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유저가 선택하고 합성을 </a:t>
            </a:r>
            <a:endParaRPr lang="en-US" altLang="ko-KR" sz="1200" dirty="0" smtClean="0"/>
          </a:p>
          <a:p>
            <a:r>
              <a:rPr lang="ko-KR" altLang="en-US" sz="1200" dirty="0" smtClean="0"/>
              <a:t>터치하면</a:t>
            </a:r>
            <a:r>
              <a:rPr lang="en-US" altLang="ko-KR" sz="1200" dirty="0"/>
              <a:t> </a:t>
            </a:r>
            <a:r>
              <a:rPr lang="en-US" altLang="ko-KR" sz="1200" dirty="0" smtClean="0"/>
              <a:t>– </a:t>
            </a:r>
            <a:r>
              <a:rPr lang="ko-KR" altLang="en-US" sz="1200" dirty="0" smtClean="0"/>
              <a:t>합성 결과로 숫자가 변경되면서 </a:t>
            </a:r>
            <a:r>
              <a:rPr lang="ko-KR" altLang="en-US" sz="1200" dirty="0" err="1" smtClean="0"/>
              <a:t>결과쪽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r>
              <a:rPr lang="ko-KR" altLang="en-US" sz="1200" dirty="0" smtClean="0"/>
              <a:t>장비 아이콘에</a:t>
            </a:r>
            <a:r>
              <a:rPr lang="en-US" altLang="ko-KR" sz="1200" dirty="0"/>
              <a:t> </a:t>
            </a:r>
            <a:r>
              <a:rPr lang="ko-KR" altLang="en-US" sz="1200" dirty="0" err="1" smtClean="0"/>
              <a:t>파티클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이펙트를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보여준다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  <p:sp>
        <p:nvSpPr>
          <p:cNvPr id="21" name="직사각형 20"/>
          <p:cNvSpPr/>
          <p:nvPr/>
        </p:nvSpPr>
        <p:spPr>
          <a:xfrm>
            <a:off x="4856205" y="1680518"/>
            <a:ext cx="2538088" cy="12521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4773040" y="1415201"/>
            <a:ext cx="854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rgbClr val="FF0000"/>
                </a:solidFill>
              </a:rPr>
              <a:t>결과 부분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85584" y="4599992"/>
            <a:ext cx="3761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이전 등급 </a:t>
            </a:r>
            <a:r>
              <a:rPr lang="en-US" altLang="ko-KR" dirty="0"/>
              <a:t>5</a:t>
            </a:r>
            <a:r>
              <a:rPr lang="ko-KR" altLang="en-US" dirty="0"/>
              <a:t>개를 소비하여 다음 등급의 장비를 제작합니다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r>
              <a:rPr lang="ko-KR" altLang="en-US" dirty="0" smtClean="0"/>
              <a:t> </a:t>
            </a:r>
            <a:r>
              <a:rPr lang="en-US" altLang="ko-KR" dirty="0" smtClean="0"/>
              <a:t>: String 1974</a:t>
            </a:r>
            <a:endParaRPr lang="en-US" altLang="ko-KR" dirty="0" smtClean="0"/>
          </a:p>
        </p:txBody>
      </p:sp>
      <p:cxnSp>
        <p:nvCxnSpPr>
          <p:cNvPr id="25" name="직선 화살표 연결선 24"/>
          <p:cNvCxnSpPr/>
          <p:nvPr/>
        </p:nvCxnSpPr>
        <p:spPr>
          <a:xfrm>
            <a:off x="7611762" y="3130378"/>
            <a:ext cx="741406" cy="146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029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434</Words>
  <Application>Microsoft Office PowerPoint</Application>
  <PresentationFormat>와이드스크린</PresentationFormat>
  <Paragraphs>84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chonextall</dc:creator>
  <cp:lastModifiedBy>chonextall</cp:lastModifiedBy>
  <cp:revision>17</cp:revision>
  <dcterms:created xsi:type="dcterms:W3CDTF">2022-11-08T10:01:10Z</dcterms:created>
  <dcterms:modified xsi:type="dcterms:W3CDTF">2022-11-09T02:49:16Z</dcterms:modified>
</cp:coreProperties>
</file>